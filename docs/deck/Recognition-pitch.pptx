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Recognition is an AI architect. You describe a building in plain words; it returns four verified blueprints, a 3D model, and builder-grade files — no human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improves fast because every attempt gets a verdict. Architecture's work goes out and someone finds out months later whether it was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Building code is machine-checkable: heights, daylight, door widths, corridor clearance. The feedback loop already exists — nothing was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moves: say it in plain words, choose from four checked blueprints, build the one you like in 3D. Regulations run underneath, not in your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brief, four structurally different layouts, each verified before you ever see it. Every card shows its own check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design is this split: the model plans in relationships and areas; deterministic code turns that into geometry and judges it. That is why the agent can run unsupervised.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Devin is the intelligence in four places: interviewer, four parallel architects, critic, repairer. The repo teaches it with Agent Skills and playbooks.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run: four parallel Devin sessions, the gate rejected two, and the workflow opened and merged the winning design itself. No approve step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and citations decide what may block. Blind spots are declared, never counted as passes. And rules trigger each other: three dwellings make barrier-free mandatory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deliverables: IFC4 that opens in Revit, DXF for AutoCAD, dimensioned PDFs, CSV schedules, and a verdict citing the statute behind every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had the loop all along. Recognition is the layer that puts an agent inside it — live today, and honest about what it cannot yet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5836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FFFFF">
              <a:alpha val="0"/>
            </a:srgbClr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3575" y="776143"/>
            <a:ext cx="185075" cy="185075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173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13232" y="2395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8A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architect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building in plain words. Get four verified blueprints, a 3D model, and files a builder can open — with nobody in the loop between your sentence and the artifacts.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85800" y="46177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plans it  ·  deterministic code draws it  ·  a cited rule engine verifies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4709160" cy="5669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3492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0-uddeshya-0.github.io/Recognition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1207008"/>
            <a:ext cx="437083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pic>
        <p:nvPicPr>
          <p:cNvPr id="11" name="Image 0" descr="A-101_Erdgesch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316736"/>
            <a:ext cx="4096512" cy="30906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69480" y="4626864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A-101 · generated by the pipeline, no hand edits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industry has an engineering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7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396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loop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→ run → test → fix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gets a verdict in seconds, so a wrong answer announces itself — which is exactly why an agent can work unsupervised.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36208" y="1572768"/>
            <a:ext cx="539496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1396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none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0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 → submit → wait → find out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layout that breaks building code surfaces at permit review or on site — months later. Small practices and their clients wait weeks for a first compliant answer, and every change restarts the wait.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domain with no way to check the work, and an agent is only guessing.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code is machine-checkable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heights. Daylight ratios. Door widths. Corridor clearances. Which rooms a dwelling must contain. Every one of them is decidable from a model — an executable predicate, not an opinion.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 already existed.</a:t>
            </a:r>
            <a:endParaRPr lang="en-US" sz="25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was sitting inside the loop.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is the layer that puts an agent inside it.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720840" y="1572768"/>
            <a:ext cx="4901184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22592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8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RULEPACK IN FORCE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22592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BayBO Art. 45 (1)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22592" y="2478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height ≥ 2.40 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37844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22592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BayBO Art. 45 (2)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22592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glazing ≥ 1/8 of floor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378440" y="28163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22592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BayBO Art. 46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22592" y="3575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+ bathroom required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378440" y="33649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22592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BayBO Art. 48 (1)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22592" y="4123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 homes → barrier-free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378440" y="3913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22592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DIN 18040-2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22592" y="4672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 m clear corridor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378440" y="4462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7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22592" y="4983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Richtwerte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22592" y="5221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room areas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378440" y="5010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it. Choose. Build.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07492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653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44752" y="17373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44752" y="208483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office for my startup — 8 of us, an open studio, a meeting room, a small kitchen.” It asks only what it genuinely can't infer.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507492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4670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44752" y="32186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44752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structurally different blueprints come back, dimensioned and already checked. Keep talking and it redrafts.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517136"/>
            <a:ext cx="507492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8280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44752" y="47000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44752" y="50474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one: the 3D model appears with the plan below it. Archive it and the pipeline verifies, merges itself, and files it.</a:t>
            </a:r>
            <a:endParaRPr lang="en-US" sz="1250" dirty="0"/>
          </a:p>
        </p:txBody>
      </p:sp>
      <p:pic>
        <p:nvPicPr>
          <p:cNvPr id="19" name="Image 0" descr="deck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691640"/>
            <a:ext cx="5623560" cy="351129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6016752" y="534924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in the browser — nothing to install, no account, no key.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DRAFTING 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takes — every one already checked</a:t>
            </a:r>
            <a:endParaRPr lang="en-US" sz="3400" dirty="0"/>
          </a:p>
        </p:txBody>
      </p:sp>
      <p:pic>
        <p:nvPicPr>
          <p:cNvPr id="4" name="Image 0" descr="deck-o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7635240" cy="477316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458200" y="1572768"/>
            <a:ext cx="31729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0" y="1773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different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0" y="2121408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core, linear frontage, open plan, generous — different topologies, not the same plan ±10%.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3172968"/>
            <a:ext cx="31729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0" y="3374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Quietly verified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0" y="3721608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carries its own check count. Regulations stay underneath; the citations are one tap away.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58200" y="4773168"/>
            <a:ext cx="3172968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0" y="4974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bare PASS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686800" y="5321808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can't see is counted and shown, never silently passed.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THESIS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plans. The code draws.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965960" cy="1371600"/>
          </a:xfrm>
          <a:prstGeom prst="roundRect">
            <a:avLst>
              <a:gd name="adj" fmla="val 9333"/>
            </a:avLst>
          </a:prstGeom>
          <a:solidFill>
            <a:srgbClr val="27324A"/>
          </a:solidFill>
          <a:ln w="15875">
            <a:solidFill>
              <a:srgbClr val="8AA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1396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5237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 intent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42032" y="196596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98648" y="1965960"/>
            <a:ext cx="1965960" cy="1371600"/>
          </a:xfrm>
          <a:prstGeom prst="roundRect">
            <a:avLst>
              <a:gd name="adj" fmla="val 9333"/>
            </a:avLst>
          </a:prstGeom>
          <a:solidFill>
            <a:srgbClr val="27324A"/>
          </a:solidFill>
          <a:ln w="15875">
            <a:solidFill>
              <a:srgbClr val="8AA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1396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98648" y="25237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areas + adjacencies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coordinates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73752" y="196596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30368" y="1965960"/>
            <a:ext cx="1965960" cy="1371600"/>
          </a:xfrm>
          <a:prstGeom prst="roundRect">
            <a:avLst>
              <a:gd name="adj" fmla="val 9333"/>
            </a:avLst>
          </a:prstGeom>
          <a:solidFill>
            <a:srgbClr val="27324A"/>
          </a:solidFill>
          <a:ln w="15875">
            <a:solidFill>
              <a:srgbClr val="8AA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21396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0368" y="25237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→ code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tokens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05472" y="196596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62088" y="1965960"/>
            <a:ext cx="1965960" cy="1371600"/>
          </a:xfrm>
          <a:prstGeom prst="roundRect">
            <a:avLst>
              <a:gd name="adj" fmla="val 9333"/>
            </a:avLst>
          </a:prstGeom>
          <a:solidFill>
            <a:srgbClr val="27324A"/>
          </a:solidFill>
          <a:ln w="15875">
            <a:solidFill>
              <a:srgbClr val="8AA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2088" y="21396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62088" y="25237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IFC4 · sheets · 3D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537192" y="196596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893808" y="1965960"/>
            <a:ext cx="1965960" cy="1371600"/>
          </a:xfrm>
          <a:prstGeom prst="roundRect">
            <a:avLst>
              <a:gd name="adj" fmla="val 9333"/>
            </a:avLst>
          </a:prstGeom>
          <a:solidFill>
            <a:srgbClr val="27324A"/>
          </a:solidFill>
          <a:ln w="15875">
            <a:solidFill>
              <a:srgbClr val="5BD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21396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93808" y="25237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only gate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886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session cannot fake a pass.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566928" y="44805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never emits a coordinate and never states a regulation — it returns a typed plan. The IFC model, the drawings and the verdict are produced afterwards by deterministic code it never ran, and judged against a cited ruleset it cannot edit. “I fixed it” is not a claim the system can accept from a model.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DEVIN DOES THE 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roles, one autonomous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39496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92224"/>
            <a:ext cx="329184" cy="329184"/>
          </a:xfrm>
          <a:prstGeom prst="roundRect">
            <a:avLst>
              <a:gd name="adj" fmla="val 3055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17556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24942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client's own words and returns a typed brief — questions only where a rule genuinely needs one, every inferred value registered as an assumption.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536192"/>
            <a:ext cx="539496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0528" y="1792224"/>
            <a:ext cx="329184" cy="329184"/>
          </a:xfrm>
          <a:prstGeom prst="roundRect">
            <a:avLst>
              <a:gd name="adj" fmla="val 3055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17556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×4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28816" y="224942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sessions in parallel, each handed a structurally different strategy. Each returns an ArchitectPlan: rooms, areas, adjacencies. No coordinates.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0712"/>
            <a:ext cx="539496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666744"/>
            <a:ext cx="329184" cy="329184"/>
          </a:xfrm>
          <a:prstGeom prst="roundRect">
            <a:avLst>
              <a:gd name="adj" fmla="val 3055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630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" y="412394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winner for what a checker cannot see — a room you can't furnish, a route that doesn't work. Advisory by construction; it can annotate, never overturn.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3410712"/>
            <a:ext cx="539496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3666744"/>
            <a:ext cx="329184" cy="329184"/>
          </a:xfrm>
          <a:prstGeom prst="roundRect">
            <a:avLst>
              <a:gd name="adj" fmla="val 3055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3630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28816" y="412394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error goes back verbatim as the repair prompt. Observed live: one rejection, one repair, clean pass — no human saw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B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by the repo itself: four Agent Skills Devin discovers natively, playbooks per role, structured output enforced at the API, and Fusion-shaped delegation — judgement in the main agent, mechanical verification to the sidekick.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AUTONOMY — PROVEN, NOT CLAIMED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to merged artifact, nobody in between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556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04088" y="2697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sessions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 parallel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572768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7556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3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547872" y="2697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by the gate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by a person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572768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7556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7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391656" y="2697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opened and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by github-actions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98280" y="1572768"/>
            <a:ext cx="26060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7556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235440" y="2697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in the loop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trigger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913632"/>
            <a:ext cx="110642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B8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RECORDED RUN  ·  engine=devin  ·  run 32600313272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4439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workflow_dispatch started three Devin sessions. Each returned a plan; deterministic code built and verified all three; the scorer picked the winner; the workflow opened a pull request and merged it — then deployed the result to the live site.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There is no Approve button anywhere in the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knows good from bad — and what it cannot know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7784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B8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RULE CARRIES A TIER AND A CITATION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240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cited statute article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5054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 merge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953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953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DIN norm, once triggered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when in force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666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3666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Richtwerte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931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379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4379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convention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645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without a citation fails to load. No model may author one.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19088" y="1554480"/>
            <a:ext cx="5212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93408" y="1773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B8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RUN EVER SHOWS A BARE PASS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93408" y="2121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checked · 2 not evaluated · 0 failed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93408" y="2560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detectors and thresholds cannot be judged from a model, so they are reported — never counted as passes. The coverage travels with every verdict.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19088" y="3639312"/>
            <a:ext cx="5212080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93408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B8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RULES CONFIGURE THEMSELVES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93408" y="4187952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with three homes auto-triggers BayBO Art. 48: DIN 18040-2 becomes mandatory, and the same 1.15 m corridor finding flips from advisory to blocking. Nobody configured that — the rule declares its own trigger.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4754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an architect can actually use</a:t>
            </a:r>
            <a:endParaRPr lang="en-US" sz="3400" dirty="0"/>
          </a:p>
        </p:txBody>
      </p:sp>
      <p:pic>
        <p:nvPicPr>
          <p:cNvPr id="4" name="Image 0" descr="deck-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6766560" cy="423367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589520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model.ifc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89520" y="182880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IFC4 with real IfcSpace / IfcWall / IfcDoor — opens in Revit or ArchiCAD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89520" y="2295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sheets .dxf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89520" y="2551176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AIA-named layers, millimetres — straight into AutoCAD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sheets .pdf .svg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0" y="3273552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dimensioned plans with a title block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3739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schedules .csv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89520" y="399592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room, door and window schedules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4462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verdict.json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89520" y="4718304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with its tier and statute citation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5184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design.py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89520" y="54406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C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as readable, diffable code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FFFFFF">
              <a:alpha val="0"/>
            </a:srgbClr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3333" y="747613"/>
            <a:ext cx="168981" cy="168981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 industry.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an engineer.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had the loop all along — a machine-checkable verdict nobody had put an agent inside. Recognition is that layer, and it runs today: a sentence in, a verified building out.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4434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7B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v1 designs a single storey, and the cited rulepack is Bayern residential — a workplace is designed gladly and the report says exactly what it could and could not check. A design aid, not a Prüfstatiker.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01000" y="1371600"/>
            <a:ext cx="3611880" cy="3657600"/>
          </a:xfrm>
          <a:prstGeom prst="roundRect">
            <a:avLst>
              <a:gd name="adj" fmla="val 3544"/>
            </a:avLst>
          </a:prstGeom>
          <a:solidFill>
            <a:srgbClr val="27324A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77800" dist="38100" dir="5400000">
              <a:srgbClr val="1F2D5A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7532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75320" y="19385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0-uddeshya-0.github.io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/Recognition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7532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75320" y="314553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github.com/0-uddeshya-0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/Recognition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75320" y="43525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· IfcOpenShell · Python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· GitHub Actions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Recognition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Recognition — your AI architect</dc:title>
  <dc:subject>PptxGenJS Presentation</dc:subject>
  <dc:creator>Recognition</dc:creator>
  <cp:lastModifiedBy>Recognition</cp:lastModifiedBy>
  <cp:revision>1</cp:revision>
  <dcterms:created xsi:type="dcterms:W3CDTF">2026-08-23T06:53:58Z</dcterms:created>
  <dcterms:modified xsi:type="dcterms:W3CDTF">2026-08-23T06:53:58Z</dcterms:modified>
</cp:coreProperties>
</file>